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1200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04E36-DE4B-906A-97AA-9E0AE1F348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7124B9-EF20-B2D7-E914-DE53EE8E7E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A6843-9BC0-131E-8D1A-BD9A44E3E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8C582-734C-48F4-B7EA-949E5928EAA9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E5B45-5097-9C56-40A6-AC20FE5ED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CAF8E-94E7-FC58-02E7-E3A877551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A7FF6-C287-4347-8BAC-9D5A59B26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844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3895E-80BB-F979-7247-CCAA709E4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7BBE1-F3C8-CFFC-107A-CC8D4D5DC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54E70-0412-BC6D-F0BA-866EB956B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8C582-734C-48F4-B7EA-949E5928EAA9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8E109-A544-5E48-9219-0E91EF5D0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1032F-6E8A-6FFF-1F43-F9E06C680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A7FF6-C287-4347-8BAC-9D5A59B26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684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B6AA9-150A-EC40-3634-2BADF07FB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93795-E6AD-39A7-9E27-39DA1739B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E9BA5-8E6E-437F-C1C8-D26AB9D01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8C582-734C-48F4-B7EA-949E5928EAA9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37712-40A7-D2C3-681F-1E988069E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BFC48-E20F-8A8C-D890-002650BE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A7FF6-C287-4347-8BAC-9D5A59B26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073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D3E6F-A093-2C7E-976B-C9E1AB46F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A3B9E-197A-67FA-5FEF-4A4305DC69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C760D5-BB95-F3E4-1D93-5FFFB1FEE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06FA7-4992-5AC5-BC84-7D7419651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8C582-734C-48F4-B7EA-949E5928EAA9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BA54DC-3FB7-6A2C-2284-437B09505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2AC2A-B30F-317E-273A-4D1E6411A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A7FF6-C287-4347-8BAC-9D5A59B26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731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812DD-0EE0-24AE-CC7B-B6FD8A487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5F1C7-0E16-9DB5-0EE8-7B133D573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1BE537-A892-3D70-DD22-C209229FE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D8504A-1642-B1E7-2E3D-734E0270F4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418EBF-5D1F-E074-09F3-02951A4EB3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D7C804-731C-1D41-BAA2-9AA42BC76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8C582-734C-48F4-B7EA-949E5928EAA9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7EEC77-B8CF-CF36-0FB7-D4C87A06E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AF6C99-ABB8-3662-8F12-09A43DDF6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A7FF6-C287-4347-8BAC-9D5A59B26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634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7FAE2-F2B3-428E-7A5D-EBFA27579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FAE6F0-719E-DC73-80E0-7E8E51A8E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8C582-734C-48F4-B7EA-949E5928EAA9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AB4E9-E53A-485A-036A-71D1B33BA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D1BF81-47C0-3D2F-0D96-AE60939C4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A7FF6-C287-4347-8BAC-9D5A59B26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6961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C09810-671A-4FB2-A807-DAB207482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8C582-734C-48F4-B7EA-949E5928EAA9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79BC1B-CC76-8D20-E68F-982067CE1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C462C-9E14-C8E7-E522-DD81E8FC7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A7FF6-C287-4347-8BAC-9D5A59B26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360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39DD2-9E02-F9B4-9D9A-6438EA217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D04AD-C2CA-7F18-7459-94709D7B0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046CAF-7496-2CE5-155F-3E7F15E309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0D6579-2AA8-38AA-BC10-E4EE83811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8C582-734C-48F4-B7EA-949E5928EAA9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036C75-F221-308D-EE8A-E995D1C0C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6EBBDB-5939-75AC-B81F-04CC9E80A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A7FF6-C287-4347-8BAC-9D5A59B26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416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16426-FBA4-A717-DFAB-AB265936E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0E77C-19F0-79BF-985B-81EDAAA2E9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21FF73-112A-59DA-AC88-517A69D4E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EF5A5-DE56-4CAD-EB2A-0DCA81C58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8C582-734C-48F4-B7EA-949E5928EAA9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6F6E8-06ED-3772-8361-362BC104D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7FD2D-9D32-1EB2-149F-EF856BAAE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A7FF6-C287-4347-8BAC-9D5A59B26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195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3984-97FA-6CB4-83A5-63BA5E071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B26D86-9A08-77F3-CA47-BD971FF7B6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72F4E-4646-DA56-2FBF-7842D1AF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8C582-734C-48F4-B7EA-949E5928EAA9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CDFA3-71D5-491C-8BAB-C3B23B173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8FEFD-577F-959C-1E67-F84F1736D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A7FF6-C287-4347-8BAC-9D5A59B26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7999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960CB1-836E-BAEB-5104-2AFBC32E79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5FF8E3-1952-F1A0-8EAF-762A82C61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10B37-0928-E14D-BB5A-5D32E9B43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8C582-734C-48F4-B7EA-949E5928EAA9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D7FD2-6EFC-1034-C21A-0E5AAD0CC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CF023-A92B-BE12-1406-FF0120146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A7FF6-C287-4347-8BAC-9D5A59B26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57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A9036-41C0-44A9-9F9D-9534C223CC37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Disclosure or duplication without consent is prohibited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2379-A8A0-4F2A-B1DF-F7F7112BE26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207264" y="987552"/>
            <a:ext cx="5583936" cy="54132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5"/>
          </p:nvPr>
        </p:nvSpPr>
        <p:spPr>
          <a:xfrm>
            <a:off x="6400800" y="990600"/>
            <a:ext cx="54864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083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954E04-9995-28A9-339E-FBA75561B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A5235-CD81-9D13-11AC-5BD69CBC9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79A52-8368-709A-1468-1D58782C15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C8C582-734C-48F4-B7EA-949E5928EAA9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6C9E1-26DD-E76A-E19C-DC02D8900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2A2AD-A01D-67D3-2BFD-D0B7A132A4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DA7FF6-C287-4347-8BAC-9D5A59B26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430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D9A38-F5A3-E7D0-391E-B79DAAFD75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9B534-1965-5A9A-71F2-632AEB0A2F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012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C96C5D-53D9-81DE-74BB-907E674E5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A9036-41C0-44A9-9F9D-9534C223CC37}" type="datetime1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96D0D3-AFEC-1F53-88FD-276C4DD20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Disclosure or duplication without consent is prohibited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30D3A2-9D0D-FEAE-9970-4EC958E61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2379-A8A0-4F2A-B1DF-F7F7112BE264}" type="slidenum">
              <a:rPr lang="en-US" smtClean="0"/>
              <a:pPr/>
              <a:t>2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A523672-D4A0-D931-4F0F-9953C98A5FAA}"/>
              </a:ext>
            </a:extLst>
          </p:cNvPr>
          <p:cNvCxnSpPr>
            <a:cxnSpLocks/>
          </p:cNvCxnSpPr>
          <p:nvPr/>
        </p:nvCxnSpPr>
        <p:spPr>
          <a:xfrm>
            <a:off x="5610176" y="1001727"/>
            <a:ext cx="153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BF7297-E514-C946-4BEC-D9D9D95803FC}"/>
              </a:ext>
            </a:extLst>
          </p:cNvPr>
          <p:cNvCxnSpPr>
            <a:cxnSpLocks/>
          </p:cNvCxnSpPr>
          <p:nvPr/>
        </p:nvCxnSpPr>
        <p:spPr>
          <a:xfrm>
            <a:off x="5610176" y="1193029"/>
            <a:ext cx="1536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5473D4C-ADD1-34AE-F2DD-4CF9315C9FD7}"/>
              </a:ext>
            </a:extLst>
          </p:cNvPr>
          <p:cNvCxnSpPr>
            <a:cxnSpLocks/>
          </p:cNvCxnSpPr>
          <p:nvPr/>
        </p:nvCxnSpPr>
        <p:spPr>
          <a:xfrm>
            <a:off x="5610176" y="1384332"/>
            <a:ext cx="1536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1138F2C-89DD-EBC6-2728-3DB390B89AFE}"/>
              </a:ext>
            </a:extLst>
          </p:cNvPr>
          <p:cNvCxnSpPr>
            <a:cxnSpLocks/>
          </p:cNvCxnSpPr>
          <p:nvPr/>
        </p:nvCxnSpPr>
        <p:spPr>
          <a:xfrm>
            <a:off x="5610176" y="1575635"/>
            <a:ext cx="1536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99D6869-378E-5C48-5A12-8E9BA928EDDF}"/>
              </a:ext>
            </a:extLst>
          </p:cNvPr>
          <p:cNvCxnSpPr>
            <a:cxnSpLocks/>
          </p:cNvCxnSpPr>
          <p:nvPr/>
        </p:nvCxnSpPr>
        <p:spPr>
          <a:xfrm>
            <a:off x="5610176" y="1766937"/>
            <a:ext cx="1536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0D0597-E8C4-3EC7-C118-6F2BD849330B}"/>
              </a:ext>
            </a:extLst>
          </p:cNvPr>
          <p:cNvCxnSpPr>
            <a:cxnSpLocks/>
          </p:cNvCxnSpPr>
          <p:nvPr/>
        </p:nvCxnSpPr>
        <p:spPr>
          <a:xfrm>
            <a:off x="5610176" y="1958240"/>
            <a:ext cx="1536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8B5A31-1F01-0801-8D0E-C55EF5AF1937}"/>
              </a:ext>
            </a:extLst>
          </p:cNvPr>
          <p:cNvCxnSpPr>
            <a:cxnSpLocks/>
          </p:cNvCxnSpPr>
          <p:nvPr/>
        </p:nvCxnSpPr>
        <p:spPr>
          <a:xfrm>
            <a:off x="5610176" y="2149543"/>
            <a:ext cx="1536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F99FC20-FA8B-C72F-05DD-CD2365807B76}"/>
              </a:ext>
            </a:extLst>
          </p:cNvPr>
          <p:cNvCxnSpPr>
            <a:cxnSpLocks/>
          </p:cNvCxnSpPr>
          <p:nvPr/>
        </p:nvCxnSpPr>
        <p:spPr>
          <a:xfrm>
            <a:off x="5610176" y="2340845"/>
            <a:ext cx="1536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4AA2E98-731A-0800-131B-D2A3D5845D73}"/>
              </a:ext>
            </a:extLst>
          </p:cNvPr>
          <p:cNvCxnSpPr>
            <a:cxnSpLocks/>
          </p:cNvCxnSpPr>
          <p:nvPr/>
        </p:nvCxnSpPr>
        <p:spPr>
          <a:xfrm>
            <a:off x="5610176" y="2532148"/>
            <a:ext cx="1536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8538946-7666-7DB4-5CE2-01EC692AEA2E}"/>
              </a:ext>
            </a:extLst>
          </p:cNvPr>
          <p:cNvCxnSpPr>
            <a:cxnSpLocks/>
          </p:cNvCxnSpPr>
          <p:nvPr/>
        </p:nvCxnSpPr>
        <p:spPr>
          <a:xfrm>
            <a:off x="5610176" y="2723456"/>
            <a:ext cx="153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883CF1D-65BB-29BA-1D8F-4E6DB10B5F3E}"/>
              </a:ext>
            </a:extLst>
          </p:cNvPr>
          <p:cNvCxnSpPr>
            <a:cxnSpLocks/>
          </p:cNvCxnSpPr>
          <p:nvPr/>
        </p:nvCxnSpPr>
        <p:spPr>
          <a:xfrm>
            <a:off x="7142241" y="1001483"/>
            <a:ext cx="0" cy="172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AC038E8-BD3D-062E-72EA-6024CEF3D9A7}"/>
              </a:ext>
            </a:extLst>
          </p:cNvPr>
          <p:cNvCxnSpPr>
            <a:cxnSpLocks/>
          </p:cNvCxnSpPr>
          <p:nvPr/>
        </p:nvCxnSpPr>
        <p:spPr>
          <a:xfrm>
            <a:off x="5610176" y="1001483"/>
            <a:ext cx="0" cy="172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52237A3-25C8-FE93-CF2F-AFDAA87EF12A}"/>
              </a:ext>
            </a:extLst>
          </p:cNvPr>
          <p:cNvCxnSpPr>
            <a:cxnSpLocks/>
          </p:cNvCxnSpPr>
          <p:nvPr/>
        </p:nvCxnSpPr>
        <p:spPr>
          <a:xfrm>
            <a:off x="6950732" y="1001483"/>
            <a:ext cx="0" cy="76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81EAEE6-EED0-EC44-19F7-CBD631C2E0B6}"/>
              </a:ext>
            </a:extLst>
          </p:cNvPr>
          <p:cNvCxnSpPr>
            <a:cxnSpLocks/>
          </p:cNvCxnSpPr>
          <p:nvPr/>
        </p:nvCxnSpPr>
        <p:spPr>
          <a:xfrm>
            <a:off x="6759224" y="1001483"/>
            <a:ext cx="0" cy="76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BF3CC209-5899-407E-7DD9-161A7864DF99}"/>
              </a:ext>
            </a:extLst>
          </p:cNvPr>
          <p:cNvCxnSpPr>
            <a:cxnSpLocks/>
          </p:cNvCxnSpPr>
          <p:nvPr/>
        </p:nvCxnSpPr>
        <p:spPr>
          <a:xfrm>
            <a:off x="6567716" y="1001483"/>
            <a:ext cx="0" cy="76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5BEC645-2107-E9FE-34DB-CD0CFEA68C04}"/>
              </a:ext>
            </a:extLst>
          </p:cNvPr>
          <p:cNvCxnSpPr>
            <a:cxnSpLocks/>
          </p:cNvCxnSpPr>
          <p:nvPr/>
        </p:nvCxnSpPr>
        <p:spPr>
          <a:xfrm>
            <a:off x="6376208" y="1002212"/>
            <a:ext cx="0" cy="76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C09DAB5-0619-3248-74C7-ECFACD80F48E}"/>
              </a:ext>
            </a:extLst>
          </p:cNvPr>
          <p:cNvCxnSpPr>
            <a:cxnSpLocks/>
          </p:cNvCxnSpPr>
          <p:nvPr/>
        </p:nvCxnSpPr>
        <p:spPr>
          <a:xfrm>
            <a:off x="6184700" y="1001483"/>
            <a:ext cx="0" cy="76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9E4E2C9-86B3-9489-012A-F414B12B9AED}"/>
              </a:ext>
            </a:extLst>
          </p:cNvPr>
          <p:cNvCxnSpPr>
            <a:cxnSpLocks/>
          </p:cNvCxnSpPr>
          <p:nvPr/>
        </p:nvCxnSpPr>
        <p:spPr>
          <a:xfrm>
            <a:off x="5993192" y="1001483"/>
            <a:ext cx="0" cy="76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E17B04D-2A9B-33C1-84C3-F21673CE9B65}"/>
              </a:ext>
            </a:extLst>
          </p:cNvPr>
          <p:cNvCxnSpPr>
            <a:cxnSpLocks/>
          </p:cNvCxnSpPr>
          <p:nvPr/>
        </p:nvCxnSpPr>
        <p:spPr>
          <a:xfrm>
            <a:off x="5801684" y="1001483"/>
            <a:ext cx="0" cy="76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Oval 72">
            <a:extLst>
              <a:ext uri="{FF2B5EF4-FFF2-40B4-BE49-F238E27FC236}">
                <a16:creationId xmlns:a16="http://schemas.microsoft.com/office/drawing/2014/main" id="{56E4779B-708C-2631-02A4-61337AE2512C}"/>
              </a:ext>
            </a:extLst>
          </p:cNvPr>
          <p:cNvSpPr/>
          <p:nvPr/>
        </p:nvSpPr>
        <p:spPr>
          <a:xfrm>
            <a:off x="7118591" y="2699221"/>
            <a:ext cx="48000" cy="48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C52BED15-E262-DA4C-C016-21D9E535F787}"/>
              </a:ext>
            </a:extLst>
          </p:cNvPr>
          <p:cNvSpPr/>
          <p:nvPr/>
        </p:nvSpPr>
        <p:spPr>
          <a:xfrm>
            <a:off x="6926895" y="2699221"/>
            <a:ext cx="48000" cy="48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784E510-29AE-4272-B016-99C7390FB31C}"/>
              </a:ext>
            </a:extLst>
          </p:cNvPr>
          <p:cNvSpPr/>
          <p:nvPr/>
        </p:nvSpPr>
        <p:spPr>
          <a:xfrm>
            <a:off x="6735203" y="2699221"/>
            <a:ext cx="48000" cy="48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15AF4341-3B4F-06BA-98B0-C0DF27644B14}"/>
              </a:ext>
            </a:extLst>
          </p:cNvPr>
          <p:cNvSpPr/>
          <p:nvPr/>
        </p:nvSpPr>
        <p:spPr>
          <a:xfrm>
            <a:off x="6543511" y="2699221"/>
            <a:ext cx="48000" cy="48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3F884FD-C20F-C4AD-BCE7-76592AAFC0AC}"/>
              </a:ext>
            </a:extLst>
          </p:cNvPr>
          <p:cNvSpPr/>
          <p:nvPr/>
        </p:nvSpPr>
        <p:spPr>
          <a:xfrm>
            <a:off x="6351819" y="2699221"/>
            <a:ext cx="48000" cy="48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0480D84A-7384-222A-F542-3EF9C2DDD599}"/>
              </a:ext>
            </a:extLst>
          </p:cNvPr>
          <p:cNvSpPr/>
          <p:nvPr/>
        </p:nvSpPr>
        <p:spPr>
          <a:xfrm>
            <a:off x="6160127" y="2699221"/>
            <a:ext cx="48000" cy="48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62BB9034-4A2A-1024-8807-A80F68EA83CF}"/>
              </a:ext>
            </a:extLst>
          </p:cNvPr>
          <p:cNvSpPr/>
          <p:nvPr/>
        </p:nvSpPr>
        <p:spPr>
          <a:xfrm>
            <a:off x="5968435" y="2699221"/>
            <a:ext cx="48000" cy="48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701A61FE-F292-C7F6-50EA-E2D6DF8DEA8F}"/>
              </a:ext>
            </a:extLst>
          </p:cNvPr>
          <p:cNvSpPr/>
          <p:nvPr/>
        </p:nvSpPr>
        <p:spPr>
          <a:xfrm>
            <a:off x="5776743" y="2699221"/>
            <a:ext cx="48000" cy="48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9FE80433-902B-F92E-B23A-57546622421C}"/>
              </a:ext>
            </a:extLst>
          </p:cNvPr>
          <p:cNvSpPr/>
          <p:nvPr/>
        </p:nvSpPr>
        <p:spPr>
          <a:xfrm>
            <a:off x="5585051" y="2699221"/>
            <a:ext cx="48000" cy="48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B2E15CF3-4FE1-CD94-CFF0-42F5A897F3C1}"/>
              </a:ext>
            </a:extLst>
          </p:cNvPr>
          <p:cNvSpPr/>
          <p:nvPr/>
        </p:nvSpPr>
        <p:spPr>
          <a:xfrm>
            <a:off x="5587636" y="1548112"/>
            <a:ext cx="48000" cy="48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EF7BCA8B-A5A6-6377-5D12-0BFD243F0A0F}"/>
              </a:ext>
            </a:extLst>
          </p:cNvPr>
          <p:cNvSpPr/>
          <p:nvPr/>
        </p:nvSpPr>
        <p:spPr>
          <a:xfrm>
            <a:off x="6733244" y="1548112"/>
            <a:ext cx="48000" cy="48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195B02CD-4665-D1E2-B03C-A490BD8624C8}"/>
              </a:ext>
            </a:extLst>
          </p:cNvPr>
          <p:cNvSpPr/>
          <p:nvPr/>
        </p:nvSpPr>
        <p:spPr>
          <a:xfrm>
            <a:off x="5969505" y="1548112"/>
            <a:ext cx="48000" cy="48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3790BA4D-8B72-4933-6A10-248F9E7D3CA9}"/>
              </a:ext>
            </a:extLst>
          </p:cNvPr>
          <p:cNvSpPr/>
          <p:nvPr/>
        </p:nvSpPr>
        <p:spPr>
          <a:xfrm>
            <a:off x="7115113" y="1548112"/>
            <a:ext cx="48000" cy="48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D9ADED12-443B-C890-F5D8-8EFCBD3E4E05}"/>
              </a:ext>
            </a:extLst>
          </p:cNvPr>
          <p:cNvSpPr/>
          <p:nvPr/>
        </p:nvSpPr>
        <p:spPr>
          <a:xfrm>
            <a:off x="6351375" y="1548112"/>
            <a:ext cx="48000" cy="48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448B3E83-4890-F3F3-2DA2-6AD83F3EA90A}"/>
              </a:ext>
            </a:extLst>
          </p:cNvPr>
          <p:cNvSpPr/>
          <p:nvPr/>
        </p:nvSpPr>
        <p:spPr>
          <a:xfrm>
            <a:off x="6930556" y="1359328"/>
            <a:ext cx="48000" cy="48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A5728615-A269-E5A1-7D8D-455A04568A58}"/>
              </a:ext>
            </a:extLst>
          </p:cNvPr>
          <p:cNvSpPr/>
          <p:nvPr/>
        </p:nvSpPr>
        <p:spPr>
          <a:xfrm>
            <a:off x="5772339" y="1357715"/>
            <a:ext cx="48000" cy="48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4D24B18C-8FBB-497F-5568-A4312DFAFF8B}"/>
              </a:ext>
            </a:extLst>
          </p:cNvPr>
          <p:cNvCxnSpPr>
            <a:cxnSpLocks/>
          </p:cNvCxnSpPr>
          <p:nvPr/>
        </p:nvCxnSpPr>
        <p:spPr>
          <a:xfrm>
            <a:off x="6950725" y="1961035"/>
            <a:ext cx="0" cy="76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ADD93973-247A-F285-E3DD-D621590A06C9}"/>
              </a:ext>
            </a:extLst>
          </p:cNvPr>
          <p:cNvCxnSpPr>
            <a:cxnSpLocks/>
          </p:cNvCxnSpPr>
          <p:nvPr/>
        </p:nvCxnSpPr>
        <p:spPr>
          <a:xfrm>
            <a:off x="6759217" y="1961035"/>
            <a:ext cx="0" cy="76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B8324D12-6FCE-3209-D7B1-F8EBFB32EF67}"/>
              </a:ext>
            </a:extLst>
          </p:cNvPr>
          <p:cNvCxnSpPr>
            <a:cxnSpLocks/>
          </p:cNvCxnSpPr>
          <p:nvPr/>
        </p:nvCxnSpPr>
        <p:spPr>
          <a:xfrm>
            <a:off x="6567709" y="1961035"/>
            <a:ext cx="0" cy="76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347F04F7-71FB-3D9D-B28E-2CCF9C713F1D}"/>
              </a:ext>
            </a:extLst>
          </p:cNvPr>
          <p:cNvCxnSpPr>
            <a:cxnSpLocks/>
          </p:cNvCxnSpPr>
          <p:nvPr/>
        </p:nvCxnSpPr>
        <p:spPr>
          <a:xfrm>
            <a:off x="6376201" y="1961764"/>
            <a:ext cx="0" cy="76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38119B60-82A8-E382-0D1D-7ECAEB6CE221}"/>
              </a:ext>
            </a:extLst>
          </p:cNvPr>
          <p:cNvCxnSpPr>
            <a:cxnSpLocks/>
          </p:cNvCxnSpPr>
          <p:nvPr/>
        </p:nvCxnSpPr>
        <p:spPr>
          <a:xfrm>
            <a:off x="6184693" y="1961035"/>
            <a:ext cx="0" cy="76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F0A581D5-7F9B-4AD0-DF80-FAB4ECA56F92}"/>
              </a:ext>
            </a:extLst>
          </p:cNvPr>
          <p:cNvCxnSpPr>
            <a:cxnSpLocks/>
          </p:cNvCxnSpPr>
          <p:nvPr/>
        </p:nvCxnSpPr>
        <p:spPr>
          <a:xfrm>
            <a:off x="5993185" y="1961035"/>
            <a:ext cx="0" cy="76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B251CAEA-8A0D-B7F5-2491-B458ABFC2350}"/>
              </a:ext>
            </a:extLst>
          </p:cNvPr>
          <p:cNvCxnSpPr>
            <a:cxnSpLocks/>
          </p:cNvCxnSpPr>
          <p:nvPr/>
        </p:nvCxnSpPr>
        <p:spPr>
          <a:xfrm>
            <a:off x="5801677" y="1961035"/>
            <a:ext cx="0" cy="76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Oval 137">
            <a:extLst>
              <a:ext uri="{FF2B5EF4-FFF2-40B4-BE49-F238E27FC236}">
                <a16:creationId xmlns:a16="http://schemas.microsoft.com/office/drawing/2014/main" id="{AC2EE36E-B80A-E332-2DDD-4D9BC328C3F8}"/>
              </a:ext>
            </a:extLst>
          </p:cNvPr>
          <p:cNvSpPr/>
          <p:nvPr/>
        </p:nvSpPr>
        <p:spPr>
          <a:xfrm>
            <a:off x="7118589" y="977651"/>
            <a:ext cx="48000" cy="48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8EDEA2D7-43B3-C8E8-D6A6-2A59220EF3C4}"/>
              </a:ext>
            </a:extLst>
          </p:cNvPr>
          <p:cNvSpPr/>
          <p:nvPr/>
        </p:nvSpPr>
        <p:spPr>
          <a:xfrm>
            <a:off x="6926893" y="977651"/>
            <a:ext cx="48000" cy="48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BF2FF8D7-FB20-0969-5758-6437F356048D}"/>
              </a:ext>
            </a:extLst>
          </p:cNvPr>
          <p:cNvSpPr/>
          <p:nvPr/>
        </p:nvSpPr>
        <p:spPr>
          <a:xfrm>
            <a:off x="6735201" y="977651"/>
            <a:ext cx="48000" cy="48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2837ED5C-0A0B-6DE3-75E0-A05295CBBC74}"/>
              </a:ext>
            </a:extLst>
          </p:cNvPr>
          <p:cNvSpPr/>
          <p:nvPr/>
        </p:nvSpPr>
        <p:spPr>
          <a:xfrm>
            <a:off x="6543509" y="977651"/>
            <a:ext cx="48000" cy="48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0DF10E95-0A93-EE25-06F7-C9364225AD1A}"/>
              </a:ext>
            </a:extLst>
          </p:cNvPr>
          <p:cNvSpPr/>
          <p:nvPr/>
        </p:nvSpPr>
        <p:spPr>
          <a:xfrm>
            <a:off x="6351817" y="977651"/>
            <a:ext cx="48000" cy="48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58A67DA1-0ED8-20E9-F8B6-6D5A09AB61FD}"/>
              </a:ext>
            </a:extLst>
          </p:cNvPr>
          <p:cNvSpPr/>
          <p:nvPr/>
        </p:nvSpPr>
        <p:spPr>
          <a:xfrm>
            <a:off x="6160125" y="977651"/>
            <a:ext cx="48000" cy="48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5387329D-26E6-3658-E2D9-7826B355A724}"/>
              </a:ext>
            </a:extLst>
          </p:cNvPr>
          <p:cNvSpPr/>
          <p:nvPr/>
        </p:nvSpPr>
        <p:spPr>
          <a:xfrm>
            <a:off x="5968433" y="977651"/>
            <a:ext cx="48000" cy="48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809D72E8-A92C-298B-E5E7-4563E6974C87}"/>
              </a:ext>
            </a:extLst>
          </p:cNvPr>
          <p:cNvSpPr/>
          <p:nvPr/>
        </p:nvSpPr>
        <p:spPr>
          <a:xfrm>
            <a:off x="5776741" y="977651"/>
            <a:ext cx="48000" cy="48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F119E358-92F5-9828-13A9-A78270A3383B}"/>
              </a:ext>
            </a:extLst>
          </p:cNvPr>
          <p:cNvSpPr/>
          <p:nvPr/>
        </p:nvSpPr>
        <p:spPr>
          <a:xfrm>
            <a:off x="5585049" y="977651"/>
            <a:ext cx="48000" cy="48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16A443EF-7B24-7049-6E39-2196CAAB2F42}"/>
              </a:ext>
            </a:extLst>
          </p:cNvPr>
          <p:cNvSpPr/>
          <p:nvPr/>
        </p:nvSpPr>
        <p:spPr>
          <a:xfrm>
            <a:off x="5587637" y="2123852"/>
            <a:ext cx="48000" cy="48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3F3CCA71-52BA-45FC-A149-F4F87E0E0E75}"/>
              </a:ext>
            </a:extLst>
          </p:cNvPr>
          <p:cNvSpPr/>
          <p:nvPr/>
        </p:nvSpPr>
        <p:spPr>
          <a:xfrm>
            <a:off x="6733245" y="2123852"/>
            <a:ext cx="48000" cy="48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80414B97-C018-0C55-5484-344FDCD766C0}"/>
              </a:ext>
            </a:extLst>
          </p:cNvPr>
          <p:cNvSpPr/>
          <p:nvPr/>
        </p:nvSpPr>
        <p:spPr>
          <a:xfrm>
            <a:off x="5969507" y="2123852"/>
            <a:ext cx="48000" cy="48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05BA8112-71D9-E2A1-C5A9-341E4C3945AB}"/>
              </a:ext>
            </a:extLst>
          </p:cNvPr>
          <p:cNvSpPr/>
          <p:nvPr/>
        </p:nvSpPr>
        <p:spPr>
          <a:xfrm>
            <a:off x="7115115" y="2123852"/>
            <a:ext cx="48000" cy="48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AA68B1F4-6FEC-A43C-EAF9-E70ED6D51B7F}"/>
              </a:ext>
            </a:extLst>
          </p:cNvPr>
          <p:cNvSpPr/>
          <p:nvPr/>
        </p:nvSpPr>
        <p:spPr>
          <a:xfrm>
            <a:off x="6351376" y="2123852"/>
            <a:ext cx="48000" cy="48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68E2894C-79A3-D7E8-9447-76A395072C76}"/>
              </a:ext>
            </a:extLst>
          </p:cNvPr>
          <p:cNvSpPr/>
          <p:nvPr/>
        </p:nvSpPr>
        <p:spPr>
          <a:xfrm>
            <a:off x="6929147" y="2314657"/>
            <a:ext cx="48000" cy="48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8F2513E5-D0BA-2350-2E31-0C9F17ABDF77}"/>
              </a:ext>
            </a:extLst>
          </p:cNvPr>
          <p:cNvSpPr/>
          <p:nvPr/>
        </p:nvSpPr>
        <p:spPr>
          <a:xfrm>
            <a:off x="5775163" y="2317277"/>
            <a:ext cx="48000" cy="48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6CF7B131-49AE-F0AA-1C2A-EE748E05A61E}"/>
              </a:ext>
            </a:extLst>
          </p:cNvPr>
          <p:cNvCxnSpPr>
            <a:cxnSpLocks/>
            <a:endCxn id="76" idx="1"/>
          </p:cNvCxnSpPr>
          <p:nvPr/>
        </p:nvCxnSpPr>
        <p:spPr>
          <a:xfrm>
            <a:off x="6187431" y="2338053"/>
            <a:ext cx="363109" cy="36819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5CB70070-EFED-B3F7-E286-0160B508BD4C}"/>
              </a:ext>
            </a:extLst>
          </p:cNvPr>
          <p:cNvCxnSpPr>
            <a:cxnSpLocks/>
            <a:stCxn id="78" idx="7"/>
          </p:cNvCxnSpPr>
          <p:nvPr/>
        </p:nvCxnSpPr>
        <p:spPr>
          <a:xfrm flipV="1">
            <a:off x="6201098" y="2340842"/>
            <a:ext cx="366241" cy="36540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D0E6987C-9632-E7D0-4F9B-3E06A95814C7}"/>
              </a:ext>
            </a:extLst>
          </p:cNvPr>
          <p:cNvCxnSpPr>
            <a:cxnSpLocks/>
            <a:stCxn id="143" idx="1"/>
          </p:cNvCxnSpPr>
          <p:nvPr/>
        </p:nvCxnSpPr>
        <p:spPr>
          <a:xfrm>
            <a:off x="6167155" y="984680"/>
            <a:ext cx="396628" cy="39473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06AA8D32-61A8-6FA8-8326-9D56E5A85D74}"/>
              </a:ext>
            </a:extLst>
          </p:cNvPr>
          <p:cNvCxnSpPr>
            <a:cxnSpLocks/>
          </p:cNvCxnSpPr>
          <p:nvPr/>
        </p:nvCxnSpPr>
        <p:spPr>
          <a:xfrm flipV="1">
            <a:off x="6180120" y="1005195"/>
            <a:ext cx="387209" cy="377307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5406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Zeng, Huacai</dc:creator>
  <cp:lastModifiedBy>Zeng, Huacai</cp:lastModifiedBy>
  <cp:revision>1</cp:revision>
  <dcterms:created xsi:type="dcterms:W3CDTF">2025-11-03T07:44:29Z</dcterms:created>
  <dcterms:modified xsi:type="dcterms:W3CDTF">2025-11-03T07:44:42Z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798273d-f5aa-46da-8e10-241f6dcd5f2d_Enabled">
    <vt:lpwstr>true</vt:lpwstr>
  </property>
  <property fmtid="{D5CDD505-2E9C-101B-9397-08002B2CF9AE}" pid="3" name="MSIP_Label_e798273d-f5aa-46da-8e10-241f6dcd5f2d_SetDate">
    <vt:lpwstr>2025-11-03T07:44:42Z</vt:lpwstr>
  </property>
  <property fmtid="{D5CDD505-2E9C-101B-9397-08002B2CF9AE}" pid="4" name="MSIP_Label_e798273d-f5aa-46da-8e10-241f6dcd5f2d_Method">
    <vt:lpwstr>Standard</vt:lpwstr>
  </property>
  <property fmtid="{D5CDD505-2E9C-101B-9397-08002B2CF9AE}" pid="5" name="MSIP_Label_e798273d-f5aa-46da-8e10-241f6dcd5f2d_Name">
    <vt:lpwstr>e798273d-f5aa-46da-8e10-241f6dcd5f2d</vt:lpwstr>
  </property>
  <property fmtid="{D5CDD505-2E9C-101B-9397-08002B2CF9AE}" pid="6" name="MSIP_Label_e798273d-f5aa-46da-8e10-241f6dcd5f2d_SiteId">
    <vt:lpwstr>c760270c-f3da-4cfa-9737-03808ef5579f</vt:lpwstr>
  </property>
  <property fmtid="{D5CDD505-2E9C-101B-9397-08002B2CF9AE}" pid="7" name="MSIP_Label_e798273d-f5aa-46da-8e10-241f6dcd5f2d_ActionId">
    <vt:lpwstr>050b3606-d60e-4b77-bee4-9323be039ee6</vt:lpwstr>
  </property>
  <property fmtid="{D5CDD505-2E9C-101B-9397-08002B2CF9AE}" pid="8" name="MSIP_Label_e798273d-f5aa-46da-8e10-241f6dcd5f2d_ContentBits">
    <vt:lpwstr>0</vt:lpwstr>
  </property>
  <property fmtid="{D5CDD505-2E9C-101B-9397-08002B2CF9AE}" pid="9" name="MSIP_Label_e798273d-f5aa-46da-8e10-241f6dcd5f2d_Tag">
    <vt:lpwstr>10, 3, 0, 1</vt:lpwstr>
  </property>
</Properties>
</file>